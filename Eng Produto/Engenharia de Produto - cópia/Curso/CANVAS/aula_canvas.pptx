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5" r:id="rId2"/>
    <p:sldId id="263" r:id="rId3"/>
    <p:sldId id="262" r:id="rId4"/>
    <p:sldId id="261" r:id="rId5"/>
    <p:sldId id="260" r:id="rId6"/>
    <p:sldId id="256" r:id="rId7"/>
    <p:sldId id="265" r:id="rId8"/>
    <p:sldId id="259" r:id="rId9"/>
    <p:sldId id="268" r:id="rId10"/>
    <p:sldId id="274" r:id="rId11"/>
    <p:sldId id="273" r:id="rId12"/>
    <p:sldId id="276" r:id="rId13"/>
    <p:sldId id="297" r:id="rId14"/>
    <p:sldId id="301" r:id="rId15"/>
    <p:sldId id="302" r:id="rId16"/>
    <p:sldId id="305" r:id="rId17"/>
    <p:sldId id="300" r:id="rId18"/>
    <p:sldId id="315" r:id="rId19"/>
    <p:sldId id="316" r:id="rId20"/>
    <p:sldId id="317" r:id="rId21"/>
    <p:sldId id="318" r:id="rId22"/>
    <p:sldId id="314" r:id="rId23"/>
    <p:sldId id="313" r:id="rId24"/>
    <p:sldId id="312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BE608-1CA4-0D40-A1C1-38D5657F0AFD}" v="31" dt="2021-08-11T20:25:57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93"/>
    <p:restoredTop sz="92636"/>
  </p:normalViewPr>
  <p:slideViewPr>
    <p:cSldViewPr>
      <p:cViewPr varScale="1">
        <p:scale>
          <a:sx n="86" d="100"/>
          <a:sy n="86" d="100"/>
        </p:scale>
        <p:origin x="23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Santos" userId="c1f965dc-8845-4afc-9e32-8f70830fffd6" providerId="ADAL" clId="{938BE608-1CA4-0D40-A1C1-38D5657F0AFD}"/>
    <pc:docChg chg="undo custSel addSld delSld modSld sldOrd">
      <pc:chgData name=" Santos" userId="c1f965dc-8845-4afc-9e32-8f70830fffd6" providerId="ADAL" clId="{938BE608-1CA4-0D40-A1C1-38D5657F0AFD}" dt="2021-08-11T20:27:53.368" v="291" actId="1076"/>
      <pc:docMkLst>
        <pc:docMk/>
      </pc:docMkLst>
      <pc:sldChg chg="del">
        <pc:chgData name=" Santos" userId="c1f965dc-8845-4afc-9e32-8f70830fffd6" providerId="ADAL" clId="{938BE608-1CA4-0D40-A1C1-38D5657F0AFD}" dt="2021-08-11T19:56:51.480" v="11" actId="2696"/>
        <pc:sldMkLst>
          <pc:docMk/>
          <pc:sldMk cId="0" sldId="257"/>
        </pc:sldMkLst>
      </pc:sldChg>
      <pc:sldChg chg="del">
        <pc:chgData name=" Santos" userId="c1f965dc-8845-4afc-9e32-8f70830fffd6" providerId="ADAL" clId="{938BE608-1CA4-0D40-A1C1-38D5657F0AFD}" dt="2021-08-11T19:58:49.622" v="26" actId="2696"/>
        <pc:sldMkLst>
          <pc:docMk/>
          <pc:sldMk cId="0" sldId="258"/>
        </pc:sldMkLst>
      </pc:sldChg>
      <pc:sldChg chg="modSp mod">
        <pc:chgData name=" Santos" userId="c1f965dc-8845-4afc-9e32-8f70830fffd6" providerId="ADAL" clId="{938BE608-1CA4-0D40-A1C1-38D5657F0AFD}" dt="2021-08-11T19:57:44.832" v="15" actId="20577"/>
        <pc:sldMkLst>
          <pc:docMk/>
          <pc:sldMk cId="0" sldId="259"/>
        </pc:sldMkLst>
        <pc:spChg chg="mod">
          <ac:chgData name=" Santos" userId="c1f965dc-8845-4afc-9e32-8f70830fffd6" providerId="ADAL" clId="{938BE608-1CA4-0D40-A1C1-38D5657F0AFD}" dt="2021-08-11T19:57:44.832" v="15" actId="20577"/>
          <ac:spMkLst>
            <pc:docMk/>
            <pc:sldMk cId="0" sldId="259"/>
            <ac:spMk id="7" creationId="{BCDE07CC-81A7-D147-9D50-9D2A5EE32220}"/>
          </ac:spMkLst>
        </pc:spChg>
      </pc:sldChg>
      <pc:sldChg chg="modSp mod">
        <pc:chgData name=" Santos" userId="c1f965dc-8845-4afc-9e32-8f70830fffd6" providerId="ADAL" clId="{938BE608-1CA4-0D40-A1C1-38D5657F0AFD}" dt="2021-08-11T19:57:33.976" v="14" actId="20577"/>
        <pc:sldMkLst>
          <pc:docMk/>
          <pc:sldMk cId="0" sldId="260"/>
        </pc:sldMkLst>
        <pc:spChg chg="mod">
          <ac:chgData name=" Santos" userId="c1f965dc-8845-4afc-9e32-8f70830fffd6" providerId="ADAL" clId="{938BE608-1CA4-0D40-A1C1-38D5657F0AFD}" dt="2021-08-11T19:57:33.976" v="14" actId="20577"/>
          <ac:spMkLst>
            <pc:docMk/>
            <pc:sldMk cId="0" sldId="260"/>
            <ac:spMk id="6" creationId="{0E2089C9-8998-5E4A-BE5A-A4E37EF13A1A}"/>
          </ac:spMkLst>
        </pc:spChg>
      </pc:sldChg>
      <pc:sldChg chg="modSp mod">
        <pc:chgData name=" Santos" userId="c1f965dc-8845-4afc-9e32-8f70830fffd6" providerId="ADAL" clId="{938BE608-1CA4-0D40-A1C1-38D5657F0AFD}" dt="2021-08-11T19:57:08.485" v="13" actId="20577"/>
        <pc:sldMkLst>
          <pc:docMk/>
          <pc:sldMk cId="0" sldId="261"/>
        </pc:sldMkLst>
        <pc:spChg chg="mod">
          <ac:chgData name=" Santos" userId="c1f965dc-8845-4afc-9e32-8f70830fffd6" providerId="ADAL" clId="{938BE608-1CA4-0D40-A1C1-38D5657F0AFD}" dt="2021-08-11T19:57:08.485" v="13" actId="20577"/>
          <ac:spMkLst>
            <pc:docMk/>
            <pc:sldMk cId="0" sldId="261"/>
            <ac:spMk id="8" creationId="{03F8EF74-0697-2D4A-89D2-7A202B4C5F7F}"/>
          </ac:spMkLst>
        </pc:spChg>
      </pc:sldChg>
      <pc:sldChg chg="modSp mod">
        <pc:chgData name=" Santos" userId="c1f965dc-8845-4afc-9e32-8f70830fffd6" providerId="ADAL" clId="{938BE608-1CA4-0D40-A1C1-38D5657F0AFD}" dt="2021-08-11T19:56:58.908" v="12" actId="20577"/>
        <pc:sldMkLst>
          <pc:docMk/>
          <pc:sldMk cId="0" sldId="262"/>
        </pc:sldMkLst>
        <pc:spChg chg="mod">
          <ac:chgData name=" Santos" userId="c1f965dc-8845-4afc-9e32-8f70830fffd6" providerId="ADAL" clId="{938BE608-1CA4-0D40-A1C1-38D5657F0AFD}" dt="2021-08-11T19:56:58.908" v="12" actId="20577"/>
          <ac:spMkLst>
            <pc:docMk/>
            <pc:sldMk cId="0" sldId="262"/>
            <ac:spMk id="9" creationId="{E3658324-ACEB-6946-8571-988E5F67F29B}"/>
          </ac:spMkLst>
        </pc:spChg>
      </pc:sldChg>
      <pc:sldChg chg="modSp mod">
        <pc:chgData name=" Santos" userId="c1f965dc-8845-4afc-9e32-8f70830fffd6" providerId="ADAL" clId="{938BE608-1CA4-0D40-A1C1-38D5657F0AFD}" dt="2021-08-11T19:56:33.734" v="10" actId="20577"/>
        <pc:sldMkLst>
          <pc:docMk/>
          <pc:sldMk cId="0" sldId="263"/>
        </pc:sldMkLst>
        <pc:spChg chg="mod">
          <ac:chgData name=" Santos" userId="c1f965dc-8845-4afc-9e32-8f70830fffd6" providerId="ADAL" clId="{938BE608-1CA4-0D40-A1C1-38D5657F0AFD}" dt="2021-08-11T19:56:33.734" v="10" actId="20577"/>
          <ac:spMkLst>
            <pc:docMk/>
            <pc:sldMk cId="0" sldId="263"/>
            <ac:spMk id="12" creationId="{00000000-0000-0000-0000-000000000000}"/>
          </ac:spMkLst>
        </pc:spChg>
      </pc:sldChg>
      <pc:sldChg chg="del">
        <pc:chgData name=" Santos" userId="c1f965dc-8845-4afc-9e32-8f70830fffd6" providerId="ADAL" clId="{938BE608-1CA4-0D40-A1C1-38D5657F0AFD}" dt="2021-08-11T19:51:36.734" v="0" actId="2696"/>
        <pc:sldMkLst>
          <pc:docMk/>
          <pc:sldMk cId="0" sldId="266"/>
        </pc:sldMkLst>
      </pc:sldChg>
      <pc:sldChg chg="del">
        <pc:chgData name=" Santos" userId="c1f965dc-8845-4afc-9e32-8f70830fffd6" providerId="ADAL" clId="{938BE608-1CA4-0D40-A1C1-38D5657F0AFD}" dt="2021-08-11T19:58:43.859" v="24" actId="2696"/>
        <pc:sldMkLst>
          <pc:docMk/>
          <pc:sldMk cId="0" sldId="267"/>
        </pc:sldMkLst>
      </pc:sldChg>
      <pc:sldChg chg="modSp mod">
        <pc:chgData name=" Santos" userId="c1f965dc-8845-4afc-9e32-8f70830fffd6" providerId="ADAL" clId="{938BE608-1CA4-0D40-A1C1-38D5657F0AFD}" dt="2021-08-11T19:58:01.220" v="16" actId="20577"/>
        <pc:sldMkLst>
          <pc:docMk/>
          <pc:sldMk cId="0" sldId="268"/>
        </pc:sldMkLst>
        <pc:spChg chg="mod">
          <ac:chgData name=" Santos" userId="c1f965dc-8845-4afc-9e32-8f70830fffd6" providerId="ADAL" clId="{938BE608-1CA4-0D40-A1C1-38D5657F0AFD}" dt="2021-08-11T19:58:01.220" v="16" actId="20577"/>
          <ac:spMkLst>
            <pc:docMk/>
            <pc:sldMk cId="0" sldId="268"/>
            <ac:spMk id="7" creationId="{1E09BE02-6BEE-6F42-97E7-5300A6AEF697}"/>
          </ac:spMkLst>
        </pc:spChg>
      </pc:sldChg>
      <pc:sldChg chg="del">
        <pc:chgData name=" Santos" userId="c1f965dc-8845-4afc-9e32-8f70830fffd6" providerId="ADAL" clId="{938BE608-1CA4-0D40-A1C1-38D5657F0AFD}" dt="2021-08-11T19:58:37.382" v="23" actId="2696"/>
        <pc:sldMkLst>
          <pc:docMk/>
          <pc:sldMk cId="0" sldId="269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4107829954" sldId="269"/>
        </pc:sldMkLst>
      </pc:sldChg>
      <pc:sldChg chg="del">
        <pc:chgData name=" Santos" userId="c1f965dc-8845-4afc-9e32-8f70830fffd6" providerId="ADAL" clId="{938BE608-1CA4-0D40-A1C1-38D5657F0AFD}" dt="2021-08-11T20:04:34.496" v="49" actId="2696"/>
        <pc:sldMkLst>
          <pc:docMk/>
          <pc:sldMk cId="0" sldId="270"/>
        </pc:sldMkLst>
      </pc:sldChg>
      <pc:sldChg chg="del">
        <pc:chgData name=" Santos" userId="c1f965dc-8845-4afc-9e32-8f70830fffd6" providerId="ADAL" clId="{938BE608-1CA4-0D40-A1C1-38D5657F0AFD}" dt="2021-08-11T19:58:46.843" v="25" actId="2696"/>
        <pc:sldMkLst>
          <pc:docMk/>
          <pc:sldMk cId="0" sldId="271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017630174" sldId="271"/>
        </pc:sldMkLst>
      </pc:sldChg>
      <pc:sldChg chg="del">
        <pc:chgData name=" Santos" userId="c1f965dc-8845-4afc-9e32-8f70830fffd6" providerId="ADAL" clId="{938BE608-1CA4-0D40-A1C1-38D5657F0AFD}" dt="2021-08-11T19:58:51.205" v="27" actId="2696"/>
        <pc:sldMkLst>
          <pc:docMk/>
          <pc:sldMk cId="0" sldId="272"/>
        </pc:sldMkLst>
      </pc:sldChg>
      <pc:sldChg chg="addSp delSp modSp new mod setBg">
        <pc:chgData name=" Santos" userId="c1f965dc-8845-4afc-9e32-8f70830fffd6" providerId="ADAL" clId="{938BE608-1CA4-0D40-A1C1-38D5657F0AFD}" dt="2021-08-11T19:52:05.334" v="5" actId="26606"/>
        <pc:sldMkLst>
          <pc:docMk/>
          <pc:sldMk cId="3974589956" sldId="273"/>
        </pc:sldMkLst>
        <pc:spChg chg="del">
          <ac:chgData name=" Santos" userId="c1f965dc-8845-4afc-9e32-8f70830fffd6" providerId="ADAL" clId="{938BE608-1CA4-0D40-A1C1-38D5657F0AFD}" dt="2021-08-11T19:51:49.407" v="2" actId="478"/>
          <ac:spMkLst>
            <pc:docMk/>
            <pc:sldMk cId="3974589956" sldId="273"/>
            <ac:spMk id="2" creationId="{22D84FB9-2459-8846-A75C-93AB414799F9}"/>
          </ac:spMkLst>
        </pc:spChg>
        <pc:spChg chg="del">
          <ac:chgData name=" Santos" userId="c1f965dc-8845-4afc-9e32-8f70830fffd6" providerId="ADAL" clId="{938BE608-1CA4-0D40-A1C1-38D5657F0AFD}" dt="2021-08-11T19:51:51.353" v="3" actId="478"/>
          <ac:spMkLst>
            <pc:docMk/>
            <pc:sldMk cId="3974589956" sldId="273"/>
            <ac:spMk id="3" creationId="{E2048D02-BF19-2345-B26A-631A50CF56FD}"/>
          </ac:spMkLst>
        </pc:spChg>
        <pc:spChg chg="add">
          <ac:chgData name=" Santos" userId="c1f965dc-8845-4afc-9e32-8f70830fffd6" providerId="ADAL" clId="{938BE608-1CA4-0D40-A1C1-38D5657F0AFD}" dt="2021-08-11T19:52:05.334" v="5" actId="26606"/>
          <ac:spMkLst>
            <pc:docMk/>
            <pc:sldMk cId="3974589956" sldId="273"/>
            <ac:spMk id="71" creationId="{42A4FC2C-047E-45A5-965D-8E1E3BF09BC6}"/>
          </ac:spMkLst>
        </pc:spChg>
        <pc:picChg chg="add mod">
          <ac:chgData name=" Santos" userId="c1f965dc-8845-4afc-9e32-8f70830fffd6" providerId="ADAL" clId="{938BE608-1CA4-0D40-A1C1-38D5657F0AFD}" dt="2021-08-11T19:52:05.334" v="5" actId="26606"/>
          <ac:picMkLst>
            <pc:docMk/>
            <pc:sldMk cId="3974589956" sldId="273"/>
            <ac:picMk id="1026" creationId="{3D800A10-EB70-6944-99C8-58DCDE779FAD}"/>
          </ac:picMkLst>
        </pc:picChg>
      </pc:sldChg>
      <pc:sldChg chg="addSp delSp modSp new mod setBg setClrOvrMap">
        <pc:chgData name=" Santos" userId="c1f965dc-8845-4afc-9e32-8f70830fffd6" providerId="ADAL" clId="{938BE608-1CA4-0D40-A1C1-38D5657F0AFD}" dt="2021-08-11T19:58:20.253" v="22" actId="14100"/>
        <pc:sldMkLst>
          <pc:docMk/>
          <pc:sldMk cId="2859888402" sldId="274"/>
        </pc:sldMkLst>
        <pc:spChg chg="del">
          <ac:chgData name=" Santos" userId="c1f965dc-8845-4afc-9e32-8f70830fffd6" providerId="ADAL" clId="{938BE608-1CA4-0D40-A1C1-38D5657F0AFD}" dt="2021-08-11T19:53:16.387" v="7" actId="478"/>
          <ac:spMkLst>
            <pc:docMk/>
            <pc:sldMk cId="2859888402" sldId="274"/>
            <ac:spMk id="2" creationId="{1B9B7CB8-6271-9A48-9F55-750A3B5888CD}"/>
          </ac:spMkLst>
        </pc:spChg>
        <pc:spChg chg="del">
          <ac:chgData name=" Santos" userId="c1f965dc-8845-4afc-9e32-8f70830fffd6" providerId="ADAL" clId="{938BE608-1CA4-0D40-A1C1-38D5657F0AFD}" dt="2021-08-11T19:53:18.170" v="8" actId="478"/>
          <ac:spMkLst>
            <pc:docMk/>
            <pc:sldMk cId="2859888402" sldId="274"/>
            <ac:spMk id="3" creationId="{BBAC7B5D-01AB-0B40-9DEE-9D43F80E178F}"/>
          </ac:spMkLst>
        </pc:spChg>
        <pc:picChg chg="add mod">
          <ac:chgData name=" Santos" userId="c1f965dc-8845-4afc-9e32-8f70830fffd6" providerId="ADAL" clId="{938BE608-1CA4-0D40-A1C1-38D5657F0AFD}" dt="2021-08-11T19:58:20.253" v="22" actId="14100"/>
          <ac:picMkLst>
            <pc:docMk/>
            <pc:sldMk cId="2859888402" sldId="274"/>
            <ac:picMk id="2050" creationId="{9055D203-8A89-5B4C-AB9D-B9E9E901EEBC}"/>
          </ac:picMkLst>
        </pc:picChg>
      </pc:sldChg>
      <pc:sldChg chg="addSp delSp modSp new mod ord">
        <pc:chgData name=" Santos" userId="c1f965dc-8845-4afc-9e32-8f70830fffd6" providerId="ADAL" clId="{938BE608-1CA4-0D40-A1C1-38D5657F0AFD}" dt="2021-08-11T20:27:53.368" v="291" actId="1076"/>
        <pc:sldMkLst>
          <pc:docMk/>
          <pc:sldMk cId="3438068931" sldId="275"/>
        </pc:sldMkLst>
        <pc:spChg chg="del">
          <ac:chgData name=" Santos" userId="c1f965dc-8845-4afc-9e32-8f70830fffd6" providerId="ADAL" clId="{938BE608-1CA4-0D40-A1C1-38D5657F0AFD}" dt="2021-08-11T20:25:53.933" v="174" actId="478"/>
          <ac:spMkLst>
            <pc:docMk/>
            <pc:sldMk cId="3438068931" sldId="275"/>
            <ac:spMk id="2" creationId="{004BEABD-AB93-434D-8BDC-65EA02A9F0A1}"/>
          </ac:spMkLst>
        </pc:spChg>
        <pc:spChg chg="del">
          <ac:chgData name=" Santos" userId="c1f965dc-8845-4afc-9e32-8f70830fffd6" providerId="ADAL" clId="{938BE608-1CA4-0D40-A1C1-38D5657F0AFD}" dt="2021-08-11T20:25:55.901" v="175" actId="478"/>
          <ac:spMkLst>
            <pc:docMk/>
            <pc:sldMk cId="3438068931" sldId="275"/>
            <ac:spMk id="3" creationId="{79BD3FA9-43F1-844C-B3F6-D746FB9778AC}"/>
          </ac:spMkLst>
        </pc:spChg>
        <pc:spChg chg="add mod">
          <ac:chgData name=" Santos" userId="c1f965dc-8845-4afc-9e32-8f70830fffd6" providerId="ADAL" clId="{938BE608-1CA4-0D40-A1C1-38D5657F0AFD}" dt="2021-08-11T20:27:53.368" v="291" actId="1076"/>
          <ac:spMkLst>
            <pc:docMk/>
            <pc:sldMk cId="3438068931" sldId="275"/>
            <ac:spMk id="4" creationId="{35E2DA06-C147-6242-8D2F-79A71607BF86}"/>
          </ac:spMkLst>
        </pc:spChg>
      </pc:sldChg>
      <pc:sldChg chg="delSp modSp add mod">
        <pc:chgData name=" Santos" userId="c1f965dc-8845-4afc-9e32-8f70830fffd6" providerId="ADAL" clId="{938BE608-1CA4-0D40-A1C1-38D5657F0AFD}" dt="2021-08-11T20:06:05.684" v="114" actId="478"/>
        <pc:sldMkLst>
          <pc:docMk/>
          <pc:sldMk cId="4178792162" sldId="276"/>
        </pc:sldMkLst>
        <pc:spChg chg="mod">
          <ac:chgData name=" Santos" userId="c1f965dc-8845-4afc-9e32-8f70830fffd6" providerId="ADAL" clId="{938BE608-1CA4-0D40-A1C1-38D5657F0AFD}" dt="2021-08-11T20:06:03.949" v="112" actId="1076"/>
          <ac:spMkLst>
            <pc:docMk/>
            <pc:sldMk cId="4178792162" sldId="276"/>
            <ac:spMk id="10" creationId="{00000000-0000-0000-0000-000000000000}"/>
          </ac:spMkLst>
        </pc:spChg>
        <pc:picChg chg="del mod">
          <ac:chgData name=" Santos" userId="c1f965dc-8845-4afc-9e32-8f70830fffd6" providerId="ADAL" clId="{938BE608-1CA4-0D40-A1C1-38D5657F0AFD}" dt="2021-08-11T20:06:05.684" v="114" actId="478"/>
          <ac:picMkLst>
            <pc:docMk/>
            <pc:sldMk cId="4178792162" sldId="276"/>
            <ac:picMk id="11" creationId="{00000000-0000-0000-0000-000000000000}"/>
          </ac:picMkLst>
        </pc:picChg>
      </pc:sldChg>
      <pc:sldChg chg="add del">
        <pc:chgData name=" Santos" userId="c1f965dc-8845-4afc-9e32-8f70830fffd6" providerId="ADAL" clId="{938BE608-1CA4-0D40-A1C1-38D5657F0AFD}" dt="2021-08-11T20:04:45.850" v="50" actId="2696"/>
        <pc:sldMkLst>
          <pc:docMk/>
          <pc:sldMk cId="1512362891" sldId="293"/>
        </pc:sldMkLst>
      </pc:sldChg>
      <pc:sldChg chg="add">
        <pc:chgData name=" Santos" userId="c1f965dc-8845-4afc-9e32-8f70830fffd6" providerId="ADAL" clId="{938BE608-1CA4-0D40-A1C1-38D5657F0AFD}" dt="2021-08-11T20:04:25.601" v="48"/>
        <pc:sldMkLst>
          <pc:docMk/>
          <pc:sldMk cId="1222308561" sldId="297"/>
        </pc:sldMkLst>
      </pc:sldChg>
      <pc:sldChg chg="add del">
        <pc:chgData name=" Santos" userId="c1f965dc-8845-4afc-9e32-8f70830fffd6" providerId="ADAL" clId="{938BE608-1CA4-0D40-A1C1-38D5657F0AFD}" dt="2021-08-11T20:20:07.904" v="152" actId="2696"/>
        <pc:sldMkLst>
          <pc:docMk/>
          <pc:sldMk cId="1013329557" sldId="298"/>
        </pc:sldMkLst>
      </pc:sldChg>
      <pc:sldChg chg="add del">
        <pc:chgData name=" Santos" userId="c1f965dc-8845-4afc-9e32-8f70830fffd6" providerId="ADAL" clId="{938BE608-1CA4-0D40-A1C1-38D5657F0AFD}" dt="2021-08-11T20:19:34.289" v="149" actId="2696"/>
        <pc:sldMkLst>
          <pc:docMk/>
          <pc:sldMk cId="1166719749" sldId="299"/>
        </pc:sldMkLst>
      </pc:sldChg>
      <pc:sldChg chg="add">
        <pc:chgData name=" Santos" userId="c1f965dc-8845-4afc-9e32-8f70830fffd6" providerId="ADAL" clId="{938BE608-1CA4-0D40-A1C1-38D5657F0AFD}" dt="2021-08-11T20:04:25.601" v="48"/>
        <pc:sldMkLst>
          <pc:docMk/>
          <pc:sldMk cId="182784644" sldId="300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735723231" sldId="300"/>
        </pc:sldMkLst>
      </pc:sldChg>
      <pc:sldChg chg="add">
        <pc:chgData name=" Santos" userId="c1f965dc-8845-4afc-9e32-8f70830fffd6" providerId="ADAL" clId="{938BE608-1CA4-0D40-A1C1-38D5657F0AFD}" dt="2021-08-11T20:04:25.601" v="48"/>
        <pc:sldMkLst>
          <pc:docMk/>
          <pc:sldMk cId="2128776196" sldId="301"/>
        </pc:sldMkLst>
      </pc:sldChg>
      <pc:sldChg chg="add ord">
        <pc:chgData name=" Santos" userId="c1f965dc-8845-4afc-9e32-8f70830fffd6" providerId="ADAL" clId="{938BE608-1CA4-0D40-A1C1-38D5657F0AFD}" dt="2021-08-11T20:20:01.371" v="151" actId="20578"/>
        <pc:sldMkLst>
          <pc:docMk/>
          <pc:sldMk cId="3356889372" sldId="302"/>
        </pc:sldMkLst>
      </pc:sldChg>
      <pc:sldChg chg="add del">
        <pc:chgData name=" Santos" userId="c1f965dc-8845-4afc-9e32-8f70830fffd6" providerId="ADAL" clId="{938BE608-1CA4-0D40-A1C1-38D5657F0AFD}" dt="2021-08-11T20:20:14.468" v="153" actId="2696"/>
        <pc:sldMkLst>
          <pc:docMk/>
          <pc:sldMk cId="1250055540" sldId="303"/>
        </pc:sldMkLst>
      </pc:sldChg>
      <pc:sldChg chg="add">
        <pc:chgData name=" Santos" userId="c1f965dc-8845-4afc-9e32-8f70830fffd6" providerId="ADAL" clId="{938BE608-1CA4-0D40-A1C1-38D5657F0AFD}" dt="2021-08-11T20:04:25.601" v="48"/>
        <pc:sldMkLst>
          <pc:docMk/>
          <pc:sldMk cId="1273103235" sldId="305"/>
        </pc:sldMkLst>
      </pc:sldChg>
      <pc:sldChg chg="add del">
        <pc:chgData name=" Santos" userId="c1f965dc-8845-4afc-9e32-8f70830fffd6" providerId="ADAL" clId="{938BE608-1CA4-0D40-A1C1-38D5657F0AFD}" dt="2021-08-11T20:20:24.567" v="155" actId="2696"/>
        <pc:sldMkLst>
          <pc:docMk/>
          <pc:sldMk cId="2523380466" sldId="307"/>
        </pc:sldMkLst>
      </pc:sldChg>
      <pc:sldChg chg="add del">
        <pc:chgData name=" Santos" userId="c1f965dc-8845-4afc-9e32-8f70830fffd6" providerId="ADAL" clId="{938BE608-1CA4-0D40-A1C1-38D5657F0AFD}" dt="2021-08-11T20:20:21.681" v="154" actId="2696"/>
        <pc:sldMkLst>
          <pc:docMk/>
          <pc:sldMk cId="1225216442" sldId="308"/>
        </pc:sldMkLst>
      </pc:sldChg>
      <pc:sldChg chg="add del">
        <pc:chgData name=" Santos" userId="c1f965dc-8845-4afc-9e32-8f70830fffd6" providerId="ADAL" clId="{938BE608-1CA4-0D40-A1C1-38D5657F0AFD}" dt="2021-08-11T20:20:25.711" v="156" actId="2696"/>
        <pc:sldMkLst>
          <pc:docMk/>
          <pc:sldMk cId="2555598698" sldId="309"/>
        </pc:sldMkLst>
      </pc:sldChg>
      <pc:sldChg chg="add del">
        <pc:chgData name=" Santos" userId="c1f965dc-8845-4afc-9e32-8f70830fffd6" providerId="ADAL" clId="{938BE608-1CA4-0D40-A1C1-38D5657F0AFD}" dt="2021-08-11T20:20:27.101" v="157" actId="2696"/>
        <pc:sldMkLst>
          <pc:docMk/>
          <pc:sldMk cId="676033445" sldId="310"/>
        </pc:sldMkLst>
      </pc:sldChg>
      <pc:sldChg chg="addSp delSp modSp new del mod setBg">
        <pc:chgData name=" Santos" userId="c1f965dc-8845-4afc-9e32-8f70830fffd6" providerId="ADAL" clId="{938BE608-1CA4-0D40-A1C1-38D5657F0AFD}" dt="2021-08-11T20:15:40.871" v="139" actId="2696"/>
        <pc:sldMkLst>
          <pc:docMk/>
          <pc:sldMk cId="3700236130" sldId="311"/>
        </pc:sldMkLst>
        <pc:spChg chg="del">
          <ac:chgData name=" Santos" userId="c1f965dc-8845-4afc-9e32-8f70830fffd6" providerId="ADAL" clId="{938BE608-1CA4-0D40-A1C1-38D5657F0AFD}" dt="2021-08-11T20:10:29.186" v="116" actId="478"/>
          <ac:spMkLst>
            <pc:docMk/>
            <pc:sldMk cId="3700236130" sldId="311"/>
            <ac:spMk id="2" creationId="{84850D04-616B-654C-9B9F-B6AE851BDB1A}"/>
          </ac:spMkLst>
        </pc:spChg>
        <pc:spChg chg="del">
          <ac:chgData name=" Santos" userId="c1f965dc-8845-4afc-9e32-8f70830fffd6" providerId="ADAL" clId="{938BE608-1CA4-0D40-A1C1-38D5657F0AFD}" dt="2021-08-11T20:10:31.490" v="117" actId="478"/>
          <ac:spMkLst>
            <pc:docMk/>
            <pc:sldMk cId="3700236130" sldId="311"/>
            <ac:spMk id="3" creationId="{665F2621-52F0-E440-BF95-AFDB7A6DD19C}"/>
          </ac:spMkLst>
        </pc:spChg>
        <pc:spChg chg="add del">
          <ac:chgData name=" Santos" userId="c1f965dc-8845-4afc-9e32-8f70830fffd6" providerId="ADAL" clId="{938BE608-1CA4-0D40-A1C1-38D5657F0AFD}" dt="2021-08-11T20:10:40.093" v="120" actId="26606"/>
          <ac:spMkLst>
            <pc:docMk/>
            <pc:sldMk cId="3700236130" sldId="311"/>
            <ac:spMk id="71" creationId="{DA2E7C1E-2B5A-4BBA-AE51-1CD8C19309D7}"/>
          </ac:spMkLst>
        </pc:spChg>
        <pc:spChg chg="add del">
          <ac:chgData name=" Santos" userId="c1f965dc-8845-4afc-9e32-8f70830fffd6" providerId="ADAL" clId="{938BE608-1CA4-0D40-A1C1-38D5657F0AFD}" dt="2021-08-11T20:10:40.093" v="120" actId="26606"/>
          <ac:spMkLst>
            <pc:docMk/>
            <pc:sldMk cId="3700236130" sldId="311"/>
            <ac:spMk id="73" creationId="{43DF76B1-5174-4FAF-9D19-FFEE98426836}"/>
          </ac:spMkLst>
        </pc:spChg>
        <pc:spChg chg="add del">
          <ac:chgData name=" Santos" userId="c1f965dc-8845-4afc-9e32-8f70830fffd6" providerId="ADAL" clId="{938BE608-1CA4-0D40-A1C1-38D5657F0AFD}" dt="2021-08-11T20:10:57.504" v="124" actId="26606"/>
          <ac:spMkLst>
            <pc:docMk/>
            <pc:sldMk cId="3700236130" sldId="311"/>
            <ac:spMk id="75" creationId="{6FA8F714-B9D8-488A-8CCA-E9948FF913A9}"/>
          </ac:spMkLst>
        </pc:spChg>
        <pc:spChg chg="add del">
          <ac:chgData name=" Santos" userId="c1f965dc-8845-4afc-9e32-8f70830fffd6" providerId="ADAL" clId="{938BE608-1CA4-0D40-A1C1-38D5657F0AFD}" dt="2021-08-11T20:10:57.495" v="123" actId="26606"/>
          <ac:spMkLst>
            <pc:docMk/>
            <pc:sldMk cId="3700236130" sldId="311"/>
            <ac:spMk id="138" creationId="{DA2E7C1E-2B5A-4BBA-AE51-1CD8C19309D7}"/>
          </ac:spMkLst>
        </pc:spChg>
        <pc:spChg chg="add del">
          <ac:chgData name=" Santos" userId="c1f965dc-8845-4afc-9e32-8f70830fffd6" providerId="ADAL" clId="{938BE608-1CA4-0D40-A1C1-38D5657F0AFD}" dt="2021-08-11T20:10:57.495" v="123" actId="26606"/>
          <ac:spMkLst>
            <pc:docMk/>
            <pc:sldMk cId="3700236130" sldId="311"/>
            <ac:spMk id="140" creationId="{43DF76B1-5174-4FAF-9D19-FFEE98426836}"/>
          </ac:spMkLst>
        </pc:spChg>
        <pc:spChg chg="add">
          <ac:chgData name=" Santos" userId="c1f965dc-8845-4afc-9e32-8f70830fffd6" providerId="ADAL" clId="{938BE608-1CA4-0D40-A1C1-38D5657F0AFD}" dt="2021-08-11T20:10:57.504" v="124" actId="26606"/>
          <ac:spMkLst>
            <pc:docMk/>
            <pc:sldMk cId="3700236130" sldId="311"/>
            <ac:spMk id="142" creationId="{C37E9D4B-7BFA-4D10-B666-547BAC499469}"/>
          </ac:spMkLst>
        </pc:spChg>
        <pc:spChg chg="add del">
          <ac:chgData name=" Santos" userId="c1f965dc-8845-4afc-9e32-8f70830fffd6" providerId="ADAL" clId="{938BE608-1CA4-0D40-A1C1-38D5657F0AFD}" dt="2021-08-11T20:10:57.504" v="124" actId="26606"/>
          <ac:spMkLst>
            <pc:docMk/>
            <pc:sldMk cId="3700236130" sldId="311"/>
            <ac:spMk id="3076" creationId="{B9FF99BD-075F-4761-A995-6FC574BD25EA}"/>
          </ac:spMkLst>
        </pc:spChg>
        <pc:spChg chg="add del">
          <ac:chgData name=" Santos" userId="c1f965dc-8845-4afc-9e32-8f70830fffd6" providerId="ADAL" clId="{938BE608-1CA4-0D40-A1C1-38D5657F0AFD}" dt="2021-08-11T20:10:57.504" v="124" actId="26606"/>
          <ac:spMkLst>
            <pc:docMk/>
            <pc:sldMk cId="3700236130" sldId="311"/>
            <ac:spMk id="3077" creationId="{A7B21A54-9BA3-4EA9-B460-5A829ADD9051}"/>
          </ac:spMkLst>
        </pc:spChg>
        <pc:spChg chg="add">
          <ac:chgData name=" Santos" userId="c1f965dc-8845-4afc-9e32-8f70830fffd6" providerId="ADAL" clId="{938BE608-1CA4-0D40-A1C1-38D5657F0AFD}" dt="2021-08-11T20:10:57.504" v="124" actId="26606"/>
          <ac:spMkLst>
            <pc:docMk/>
            <pc:sldMk cId="3700236130" sldId="311"/>
            <ac:spMk id="3079" creationId="{22F15A2D-2324-487D-A02A-BF46C5C580EB}"/>
          </ac:spMkLst>
        </pc:spChg>
        <pc:spChg chg="add">
          <ac:chgData name=" Santos" userId="c1f965dc-8845-4afc-9e32-8f70830fffd6" providerId="ADAL" clId="{938BE608-1CA4-0D40-A1C1-38D5657F0AFD}" dt="2021-08-11T20:10:57.504" v="124" actId="26606"/>
          <ac:spMkLst>
            <pc:docMk/>
            <pc:sldMk cId="3700236130" sldId="311"/>
            <ac:spMk id="3080" creationId="{2AEAFA59-923A-4F54-8B49-44C970BCC323}"/>
          </ac:spMkLst>
        </pc:spChg>
        <pc:picChg chg="add del mod">
          <ac:chgData name=" Santos" userId="c1f965dc-8845-4afc-9e32-8f70830fffd6" providerId="ADAL" clId="{938BE608-1CA4-0D40-A1C1-38D5657F0AFD}" dt="2021-08-11T20:14:54.450" v="132" actId="478"/>
          <ac:picMkLst>
            <pc:docMk/>
            <pc:sldMk cId="3700236130" sldId="311"/>
            <ac:picMk id="3074" creationId="{67E0FD7D-289D-F24C-9D91-0C8ACFB26E05}"/>
          </ac:picMkLst>
        </pc:picChg>
      </pc:sldChg>
      <pc:sldChg chg="addSp delSp modSp new mod">
        <pc:chgData name=" Santos" userId="c1f965dc-8845-4afc-9e32-8f70830fffd6" providerId="ADAL" clId="{938BE608-1CA4-0D40-A1C1-38D5657F0AFD}" dt="2021-08-11T20:13:15.630" v="131"/>
        <pc:sldMkLst>
          <pc:docMk/>
          <pc:sldMk cId="1777169600" sldId="312"/>
        </pc:sldMkLst>
        <pc:spChg chg="del mod">
          <ac:chgData name=" Santos" userId="c1f965dc-8845-4afc-9e32-8f70830fffd6" providerId="ADAL" clId="{938BE608-1CA4-0D40-A1C1-38D5657F0AFD}" dt="2021-08-11T20:13:09.992" v="130" actId="478"/>
          <ac:spMkLst>
            <pc:docMk/>
            <pc:sldMk cId="1777169600" sldId="312"/>
            <ac:spMk id="2" creationId="{F66B176F-44DF-2747-8EF5-60CE7B31EB8A}"/>
          </ac:spMkLst>
        </pc:spChg>
        <pc:spChg chg="del">
          <ac:chgData name=" Santos" userId="c1f965dc-8845-4afc-9e32-8f70830fffd6" providerId="ADAL" clId="{938BE608-1CA4-0D40-A1C1-38D5657F0AFD}" dt="2021-08-11T20:13:05.152" v="128" actId="478"/>
          <ac:spMkLst>
            <pc:docMk/>
            <pc:sldMk cId="1777169600" sldId="312"/>
            <ac:spMk id="3" creationId="{1C1049E9-B2F2-3840-A846-E5DD5648D99D}"/>
          </ac:spMkLst>
        </pc:spChg>
        <pc:picChg chg="add">
          <ac:chgData name=" Santos" userId="c1f965dc-8845-4afc-9e32-8f70830fffd6" providerId="ADAL" clId="{938BE608-1CA4-0D40-A1C1-38D5657F0AFD}" dt="2021-08-11T20:13:15.630" v="131"/>
          <ac:picMkLst>
            <pc:docMk/>
            <pc:sldMk cId="1777169600" sldId="312"/>
            <ac:picMk id="4098" creationId="{9CF0F865-6249-F344-A57B-93CB85C6AE5F}"/>
          </ac:picMkLst>
        </pc:picChg>
      </pc:sldChg>
      <pc:sldChg chg="addSp delSp new mod">
        <pc:chgData name=" Santos" userId="c1f965dc-8845-4afc-9e32-8f70830fffd6" providerId="ADAL" clId="{938BE608-1CA4-0D40-A1C1-38D5657F0AFD}" dt="2021-08-11T20:15:06.977" v="136"/>
        <pc:sldMkLst>
          <pc:docMk/>
          <pc:sldMk cId="2693894680" sldId="313"/>
        </pc:sldMkLst>
        <pc:spChg chg="del">
          <ac:chgData name=" Santos" userId="c1f965dc-8845-4afc-9e32-8f70830fffd6" providerId="ADAL" clId="{938BE608-1CA4-0D40-A1C1-38D5657F0AFD}" dt="2021-08-11T20:15:03.090" v="134" actId="478"/>
          <ac:spMkLst>
            <pc:docMk/>
            <pc:sldMk cId="2693894680" sldId="313"/>
            <ac:spMk id="2" creationId="{707C15E5-8CFF-154E-AAA8-EBF964C59CE5}"/>
          </ac:spMkLst>
        </pc:spChg>
        <pc:spChg chg="del">
          <ac:chgData name=" Santos" userId="c1f965dc-8845-4afc-9e32-8f70830fffd6" providerId="ADAL" clId="{938BE608-1CA4-0D40-A1C1-38D5657F0AFD}" dt="2021-08-11T20:15:04.667" v="135" actId="478"/>
          <ac:spMkLst>
            <pc:docMk/>
            <pc:sldMk cId="2693894680" sldId="313"/>
            <ac:spMk id="3" creationId="{EF6AA6C4-3074-0A4D-BF0D-05BD8601071F}"/>
          </ac:spMkLst>
        </pc:spChg>
        <pc:picChg chg="add">
          <ac:chgData name=" Santos" userId="c1f965dc-8845-4afc-9e32-8f70830fffd6" providerId="ADAL" clId="{938BE608-1CA4-0D40-A1C1-38D5657F0AFD}" dt="2021-08-11T20:15:06.977" v="136"/>
          <ac:picMkLst>
            <pc:docMk/>
            <pc:sldMk cId="2693894680" sldId="313"/>
            <ac:picMk id="5122" creationId="{F621B124-CB27-2C4E-8941-3443B4ADDB91}"/>
          </ac:picMkLst>
        </pc:picChg>
      </pc:sldChg>
      <pc:sldChg chg="addSp delSp modSp new mod setBg">
        <pc:chgData name=" Santos" userId="c1f965dc-8845-4afc-9e32-8f70830fffd6" providerId="ADAL" clId="{938BE608-1CA4-0D40-A1C1-38D5657F0AFD}" dt="2021-08-11T20:18:18.318" v="148" actId="26606"/>
        <pc:sldMkLst>
          <pc:docMk/>
          <pc:sldMk cId="2625689296" sldId="314"/>
        </pc:sldMkLst>
        <pc:spChg chg="del">
          <ac:chgData name=" Santos" userId="c1f965dc-8845-4afc-9e32-8f70830fffd6" providerId="ADAL" clId="{938BE608-1CA4-0D40-A1C1-38D5657F0AFD}" dt="2021-08-11T20:17:50.894" v="141" actId="478"/>
          <ac:spMkLst>
            <pc:docMk/>
            <pc:sldMk cId="2625689296" sldId="314"/>
            <ac:spMk id="2" creationId="{7AF53110-1C1A-884B-9EE3-2A19FC3C8FCE}"/>
          </ac:spMkLst>
        </pc:spChg>
        <pc:spChg chg="del">
          <ac:chgData name=" Santos" userId="c1f965dc-8845-4afc-9e32-8f70830fffd6" providerId="ADAL" clId="{938BE608-1CA4-0D40-A1C1-38D5657F0AFD}" dt="2021-08-11T20:17:53.011" v="142" actId="478"/>
          <ac:spMkLst>
            <pc:docMk/>
            <pc:sldMk cId="2625689296" sldId="314"/>
            <ac:spMk id="3" creationId="{50CC9188-54ED-314E-912E-0966EC5AD33D}"/>
          </ac:spMkLst>
        </pc:spChg>
        <pc:spChg chg="add del">
          <ac:chgData name=" Santos" userId="c1f965dc-8845-4afc-9e32-8f70830fffd6" providerId="ADAL" clId="{938BE608-1CA4-0D40-A1C1-38D5657F0AFD}" dt="2021-08-11T20:18:18.318" v="148" actId="26606"/>
          <ac:spMkLst>
            <pc:docMk/>
            <pc:sldMk cId="2625689296" sldId="314"/>
            <ac:spMk id="71" creationId="{AB8C311F-7253-4AED-9701-7FC0708C41C7}"/>
          </ac:spMkLst>
        </pc:spChg>
        <pc:spChg chg="add del">
          <ac:chgData name=" Santos" userId="c1f965dc-8845-4afc-9e32-8f70830fffd6" providerId="ADAL" clId="{938BE608-1CA4-0D40-A1C1-38D5657F0AFD}" dt="2021-08-11T20:18:18.318" v="148" actId="26606"/>
          <ac:spMkLst>
            <pc:docMk/>
            <pc:sldMk cId="2625689296" sldId="314"/>
            <ac:spMk id="73" creationId="{E2384209-CB15-4CDF-9D31-C44FD9A3F20D}"/>
          </ac:spMkLst>
        </pc:spChg>
        <pc:spChg chg="add del">
          <ac:chgData name=" Santos" userId="c1f965dc-8845-4afc-9e32-8f70830fffd6" providerId="ADAL" clId="{938BE608-1CA4-0D40-A1C1-38D5657F0AFD}" dt="2021-08-11T20:18:18.318" v="148" actId="26606"/>
          <ac:spMkLst>
            <pc:docMk/>
            <pc:sldMk cId="2625689296" sldId="314"/>
            <ac:spMk id="75" creationId="{2633B3B5-CC90-43F0-8714-D31D1F3F0209}"/>
          </ac:spMkLst>
        </pc:spChg>
        <pc:spChg chg="add del">
          <ac:chgData name=" Santos" userId="c1f965dc-8845-4afc-9e32-8f70830fffd6" providerId="ADAL" clId="{938BE608-1CA4-0D40-A1C1-38D5657F0AFD}" dt="2021-08-11T20:18:18.318" v="148" actId="26606"/>
          <ac:spMkLst>
            <pc:docMk/>
            <pc:sldMk cId="2625689296" sldId="314"/>
            <ac:spMk id="77" creationId="{A8D57A06-A426-446D-B02C-A2DC6B62E45E}"/>
          </ac:spMkLst>
        </pc:spChg>
        <pc:picChg chg="add mod">
          <ac:chgData name=" Santos" userId="c1f965dc-8845-4afc-9e32-8f70830fffd6" providerId="ADAL" clId="{938BE608-1CA4-0D40-A1C1-38D5657F0AFD}" dt="2021-08-11T20:18:18.318" v="148" actId="26606"/>
          <ac:picMkLst>
            <pc:docMk/>
            <pc:sldMk cId="2625689296" sldId="314"/>
            <ac:picMk id="6146" creationId="{CFD44ED7-C545-FA4B-A07C-954DC1D861F1}"/>
          </ac:picMkLst>
        </pc:picChg>
      </pc:sldChg>
      <pc:sldChg chg="new del">
        <pc:chgData name=" Santos" userId="c1f965dc-8845-4afc-9e32-8f70830fffd6" providerId="ADAL" clId="{938BE608-1CA4-0D40-A1C1-38D5657F0AFD}" dt="2021-08-11T20:15:37.381" v="138" actId="2696"/>
        <pc:sldMkLst>
          <pc:docMk/>
          <pc:sldMk cId="3529204551" sldId="314"/>
        </pc:sldMkLst>
      </pc:sldChg>
      <pc:sldChg chg="addSp modSp new">
        <pc:chgData name=" Santos" userId="c1f965dc-8845-4afc-9e32-8f70830fffd6" providerId="ADAL" clId="{938BE608-1CA4-0D40-A1C1-38D5657F0AFD}" dt="2021-08-11T20:21:56.021" v="161" actId="1076"/>
        <pc:sldMkLst>
          <pc:docMk/>
          <pc:sldMk cId="3040238188" sldId="315"/>
        </pc:sldMkLst>
        <pc:picChg chg="add mod">
          <ac:chgData name=" Santos" userId="c1f965dc-8845-4afc-9e32-8f70830fffd6" providerId="ADAL" clId="{938BE608-1CA4-0D40-A1C1-38D5657F0AFD}" dt="2021-08-11T20:21:56.021" v="161" actId="1076"/>
          <ac:picMkLst>
            <pc:docMk/>
            <pc:sldMk cId="3040238188" sldId="315"/>
            <ac:picMk id="2" creationId="{4A38E6FC-F57B-7D4C-BA01-F6406CDBBC5E}"/>
          </ac:picMkLst>
        </pc:picChg>
      </pc:sldChg>
      <pc:sldChg chg="addSp modSp new mod">
        <pc:chgData name=" Santos" userId="c1f965dc-8845-4afc-9e32-8f70830fffd6" providerId="ADAL" clId="{938BE608-1CA4-0D40-A1C1-38D5657F0AFD}" dt="2021-08-11T20:23:10.047" v="172" actId="1076"/>
        <pc:sldMkLst>
          <pc:docMk/>
          <pc:sldMk cId="1042778768" sldId="316"/>
        </pc:sldMkLst>
        <pc:spChg chg="add mod">
          <ac:chgData name=" Santos" userId="c1f965dc-8845-4afc-9e32-8f70830fffd6" providerId="ADAL" clId="{938BE608-1CA4-0D40-A1C1-38D5657F0AFD}" dt="2021-08-11T20:23:00.370" v="170" actId="1076"/>
          <ac:spMkLst>
            <pc:docMk/>
            <pc:sldMk cId="1042778768" sldId="316"/>
            <ac:spMk id="3" creationId="{E3B997B6-B6A6-CC4D-95AA-4AD41BEBD92F}"/>
          </ac:spMkLst>
        </pc:spChg>
        <pc:spChg chg="add mod">
          <ac:chgData name=" Santos" userId="c1f965dc-8845-4afc-9e32-8f70830fffd6" providerId="ADAL" clId="{938BE608-1CA4-0D40-A1C1-38D5657F0AFD}" dt="2021-08-11T20:22:48.432" v="166" actId="1076"/>
          <ac:spMkLst>
            <pc:docMk/>
            <pc:sldMk cId="1042778768" sldId="316"/>
            <ac:spMk id="4" creationId="{67006A66-93BE-5845-B343-D1E0770B3D22}"/>
          </ac:spMkLst>
        </pc:spChg>
        <pc:spChg chg="add mod">
          <ac:chgData name=" Santos" userId="c1f965dc-8845-4afc-9e32-8f70830fffd6" providerId="ADAL" clId="{938BE608-1CA4-0D40-A1C1-38D5657F0AFD}" dt="2021-08-11T20:22:57.446" v="169" actId="1076"/>
          <ac:spMkLst>
            <pc:docMk/>
            <pc:sldMk cId="1042778768" sldId="316"/>
            <ac:spMk id="5" creationId="{AD20259A-0BF4-6A4E-9075-BE739625E761}"/>
          </ac:spMkLst>
        </pc:spChg>
        <pc:spChg chg="add mod">
          <ac:chgData name=" Santos" userId="c1f965dc-8845-4afc-9e32-8f70830fffd6" providerId="ADAL" clId="{938BE608-1CA4-0D40-A1C1-38D5657F0AFD}" dt="2021-08-11T20:23:05.767" v="171" actId="1076"/>
          <ac:spMkLst>
            <pc:docMk/>
            <pc:sldMk cId="1042778768" sldId="316"/>
            <ac:spMk id="6" creationId="{9E67D634-FBE6-3449-A39F-74AE9B962B29}"/>
          </ac:spMkLst>
        </pc:spChg>
        <pc:spChg chg="add mod">
          <ac:chgData name=" Santos" userId="c1f965dc-8845-4afc-9e32-8f70830fffd6" providerId="ADAL" clId="{938BE608-1CA4-0D40-A1C1-38D5657F0AFD}" dt="2021-08-11T20:23:10.047" v="172" actId="1076"/>
          <ac:spMkLst>
            <pc:docMk/>
            <pc:sldMk cId="1042778768" sldId="316"/>
            <ac:spMk id="10" creationId="{E880F391-B472-9C4C-BAC1-CF6E922D34F1}"/>
          </ac:spMkLst>
        </pc:spChg>
        <pc:picChg chg="add mod">
          <ac:chgData name=" Santos" userId="c1f965dc-8845-4afc-9e32-8f70830fffd6" providerId="ADAL" clId="{938BE608-1CA4-0D40-A1C1-38D5657F0AFD}" dt="2021-08-11T20:22:43.127" v="165" actId="1076"/>
          <ac:picMkLst>
            <pc:docMk/>
            <pc:sldMk cId="1042778768" sldId="316"/>
            <ac:picMk id="2" creationId="{C516BE9E-B09E-5741-880B-1DDB5FC99BD2}"/>
          </ac:picMkLst>
        </pc:picChg>
        <pc:picChg chg="add mod">
          <ac:chgData name=" Santos" userId="c1f965dc-8845-4afc-9e32-8f70830fffd6" providerId="ADAL" clId="{938BE608-1CA4-0D40-A1C1-38D5657F0AFD}" dt="2021-08-11T20:22:51.316" v="167" actId="1076"/>
          <ac:picMkLst>
            <pc:docMk/>
            <pc:sldMk cId="1042778768" sldId="316"/>
            <ac:picMk id="7" creationId="{1F741DDE-8BA3-F54E-8136-6827F3AAD782}"/>
          </ac:picMkLst>
        </pc:picChg>
        <pc:picChg chg="add mod">
          <ac:chgData name=" Santos" userId="c1f965dc-8845-4afc-9e32-8f70830fffd6" providerId="ADAL" clId="{938BE608-1CA4-0D40-A1C1-38D5657F0AFD}" dt="2021-08-11T20:22:52.765" v="168" actId="1076"/>
          <ac:picMkLst>
            <pc:docMk/>
            <pc:sldMk cId="1042778768" sldId="316"/>
            <ac:picMk id="8" creationId="{894295C6-33D9-CE4A-B0C5-E910D04E2C24}"/>
          </ac:picMkLst>
        </pc:picChg>
        <pc:picChg chg="add mod">
          <ac:chgData name=" Santos" userId="c1f965dc-8845-4afc-9e32-8f70830fffd6" providerId="ADAL" clId="{938BE608-1CA4-0D40-A1C1-38D5657F0AFD}" dt="2021-08-11T20:22:32.278" v="163"/>
          <ac:picMkLst>
            <pc:docMk/>
            <pc:sldMk cId="1042778768" sldId="316"/>
            <ac:picMk id="9" creationId="{8FBC508F-50A1-FD49-A4CF-A7351E43B8FE}"/>
          </ac:picMkLst>
        </pc:picChg>
      </pc:sldChg>
      <pc:sldChg chg="add">
        <pc:chgData name=" Santos" userId="c1f965dc-8845-4afc-9e32-8f70830fffd6" providerId="ADAL" clId="{938BE608-1CA4-0D40-A1C1-38D5657F0AFD}" dt="2021-08-11T20:24:08.280" v="173"/>
        <pc:sldMkLst>
          <pc:docMk/>
          <pc:sldMk cId="2582578722" sldId="317"/>
        </pc:sldMkLst>
      </pc:sldChg>
      <pc:sldChg chg="add">
        <pc:chgData name=" Santos" userId="c1f965dc-8845-4afc-9e32-8f70830fffd6" providerId="ADAL" clId="{938BE608-1CA4-0D40-A1C1-38D5657F0AFD}" dt="2021-08-11T20:24:08.280" v="173"/>
        <pc:sldMkLst>
          <pc:docMk/>
          <pc:sldMk cId="3883383096" sldId="318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407011856" sldId="330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991457569" sldId="332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1723881727" sldId="334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2163123203" sldId="541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1410152526" sldId="544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1926949981" sldId="580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769237449" sldId="626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907801729" sldId="635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973355760" sldId="636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674056529" sldId="637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655714222" sldId="638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1841283176" sldId="641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576895779" sldId="645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900026392" sldId="646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148241788" sldId="647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2010875509" sldId="652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097288141" sldId="654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2480698625" sldId="655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1406596149" sldId="656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3952782533" sldId="658"/>
        </pc:sldMkLst>
      </pc:sldChg>
      <pc:sldChg chg="add del">
        <pc:chgData name=" Santos" userId="c1f965dc-8845-4afc-9e32-8f70830fffd6" providerId="ADAL" clId="{938BE608-1CA4-0D40-A1C1-38D5657F0AFD}" dt="2021-08-11T20:01:14.279" v="45"/>
        <pc:sldMkLst>
          <pc:docMk/>
          <pc:sldMk cId="1760635323" sldId="659"/>
        </pc:sldMkLst>
      </pc:sldChg>
      <pc:sldMasterChg chg="addSldLayout delSldLayout">
        <pc:chgData name=" Santos" userId="c1f965dc-8845-4afc-9e32-8f70830fffd6" providerId="ADAL" clId="{938BE608-1CA4-0D40-A1C1-38D5657F0AFD}" dt="2021-08-11T20:01:13.052" v="44" actId="2696"/>
        <pc:sldMasterMkLst>
          <pc:docMk/>
          <pc:sldMasterMk cId="0" sldId="2147483648"/>
        </pc:sldMasterMkLst>
        <pc:sldLayoutChg chg="add del">
          <pc:chgData name=" Santos" userId="c1f965dc-8845-4afc-9e32-8f70830fffd6" providerId="ADAL" clId="{938BE608-1CA4-0D40-A1C1-38D5657F0AFD}" dt="2021-08-11T20:01:13.052" v="44" actId="2696"/>
          <pc:sldLayoutMkLst>
            <pc:docMk/>
            <pc:sldMasterMk cId="0" sldId="2147483648"/>
            <pc:sldLayoutMk cId="6483431" sldId="2147483660"/>
          </pc:sldLayoutMkLst>
        </pc:sldLayoutChg>
        <pc:sldLayoutChg chg="add del">
          <pc:chgData name=" Santos" userId="c1f965dc-8845-4afc-9e32-8f70830fffd6" providerId="ADAL" clId="{938BE608-1CA4-0D40-A1C1-38D5657F0AFD}" dt="2021-08-11T20:01:11.934" v="43" actId="2696"/>
          <pc:sldLayoutMkLst>
            <pc:docMk/>
            <pc:sldMasterMk cId="0" sldId="2147483648"/>
            <pc:sldLayoutMk cId="3266659826" sldId="2147483661"/>
          </pc:sldLayoutMkLst>
        </pc:sldLayoutChg>
        <pc:sldLayoutChg chg="add del">
          <pc:chgData name=" Santos" userId="c1f965dc-8845-4afc-9e32-8f70830fffd6" providerId="ADAL" clId="{938BE608-1CA4-0D40-A1C1-38D5657F0AFD}" dt="2021-08-11T20:01:11.108" v="42" actId="2696"/>
          <pc:sldLayoutMkLst>
            <pc:docMk/>
            <pc:sldMasterMk cId="0" sldId="2147483648"/>
            <pc:sldLayoutMk cId="4290405000" sldId="2147483662"/>
          </pc:sldLayoutMkLst>
        </pc:sldLayoutChg>
        <pc:sldLayoutChg chg="add del">
          <pc:chgData name=" Santos" userId="c1f965dc-8845-4afc-9e32-8f70830fffd6" providerId="ADAL" clId="{938BE608-1CA4-0D40-A1C1-38D5657F0AFD}" dt="2021-08-11T20:01:09.505" v="39" actId="2696"/>
          <pc:sldLayoutMkLst>
            <pc:docMk/>
            <pc:sldMasterMk cId="0" sldId="2147483648"/>
            <pc:sldLayoutMk cId="1610162101" sldId="2147483663"/>
          </pc:sldLayoutMkLst>
        </pc:sldLayoutChg>
        <pc:sldLayoutChg chg="add del">
          <pc:chgData name=" Santos" userId="c1f965dc-8845-4afc-9e32-8f70830fffd6" providerId="ADAL" clId="{938BE608-1CA4-0D40-A1C1-38D5657F0AFD}" dt="2021-08-11T20:01:08.907" v="38" actId="2696"/>
          <pc:sldLayoutMkLst>
            <pc:docMk/>
            <pc:sldMasterMk cId="0" sldId="2147483648"/>
            <pc:sldLayoutMk cId="763649050" sldId="2147483664"/>
          </pc:sldLayoutMkLst>
        </pc:sldLayoutChg>
        <pc:sldLayoutChg chg="add del">
          <pc:chgData name=" Santos" userId="c1f965dc-8845-4afc-9e32-8f70830fffd6" providerId="ADAL" clId="{938BE608-1CA4-0D40-A1C1-38D5657F0AFD}" dt="2021-08-11T20:01:07.281" v="37" actId="2696"/>
          <pc:sldLayoutMkLst>
            <pc:docMk/>
            <pc:sldMasterMk cId="0" sldId="2147483648"/>
            <pc:sldLayoutMk cId="360450836" sldId="214748366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4C39B-E9AF-4913-83A6-2022DD995353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942C2-0DB3-4252-8136-207FE1163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20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Ciclo espiral</a:t>
            </a:r>
            <a:r>
              <a:rPr lang="pt-BR" baseline="0" dirty="0"/>
              <a:t> – mapear requisito 100% ideal mas longe do real</a:t>
            </a:r>
          </a:p>
          <a:p>
            <a:endParaRPr lang="pt-BR" baseline="0" dirty="0"/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Isso é um requisito ou uma necessidade?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Esse requisito é obrigatório ou desejável?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Todos esses requisitos são viáveis?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Essa é uma descrição do problema ou uma descrição da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solução?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Essa é uma meta do sistema ou um restrição contratual?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 Quem são os principais </a:t>
            </a:r>
            <a:r>
              <a:rPr lang="pt-BR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stakeholders</a:t>
            </a:r>
            <a:r>
              <a:rPr lang="pt-BR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sistema?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7. Quem são os indivíduos que serão afetados pelo sistema e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poderão se opor à ele?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08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CORE OF</a:t>
            </a:r>
            <a:r>
              <a:rPr lang="pt-BR" baseline="0" dirty="0"/>
              <a:t> THE LEAN STARTUP MODEL</a:t>
            </a:r>
          </a:p>
          <a:p>
            <a:r>
              <a:rPr lang="pt-BR" dirty="0"/>
              <a:t>https://newentrepreneurship.nl/lean-startup-method/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53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http://nortegubisian.com.br/biblioteca/modelo-canvas-de-negocio/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42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90F965-D2C9-4640-ABA8-6C754C4D5D4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682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CORE OF</a:t>
            </a:r>
            <a:r>
              <a:rPr lang="pt-BR" baseline="0" dirty="0"/>
              <a:t> THE LEAN STARTUP MODEL</a:t>
            </a:r>
          </a:p>
          <a:p>
            <a:r>
              <a:rPr lang="pt-BR" dirty="0"/>
              <a:t>https://newentrepreneurship.nl/lean-startup-method/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42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257D9-8B84-40BE-B5B4-1DC709511265}" type="datetimeFigureOut">
              <a:rPr lang="pt-BR" smtClean="0"/>
              <a:t>11/08/2021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eanstartup.pbworks.com/w/page/65946049/Intro%20to%20Lean%20Start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tiff"/><Relationship Id="rId4" Type="http://schemas.openxmlformats.org/officeDocument/2006/relationships/image" Target="../media/image17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eanstartup.pbworks.com/w/page/65946049/Intro%20to%20Lean%20Start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5E2DA06-C147-6242-8D2F-79A71607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692696"/>
            <a:ext cx="8352928" cy="5186613"/>
          </a:xfrm>
          <a:solidFill>
            <a:schemeClr val="accent1">
              <a:lumMod val="60000"/>
              <a:lumOff val="4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/>
              <a:t>Universidade de </a:t>
            </a:r>
            <a:r>
              <a:rPr lang="pt-BR" sz="2400" dirty="0" err="1"/>
              <a:t>Bras</a:t>
            </a:r>
            <a:r>
              <a:rPr lang="en-US" sz="2400" dirty="0" err="1"/>
              <a:t>ília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Faculdade</a:t>
            </a:r>
            <a:r>
              <a:rPr lang="en-US" sz="2400" dirty="0"/>
              <a:t> de </a:t>
            </a:r>
            <a:r>
              <a:rPr lang="en-US" sz="2400" dirty="0" err="1"/>
              <a:t>Tecnologia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Departamento</a:t>
            </a:r>
            <a:r>
              <a:rPr lang="en-US" sz="2400" dirty="0"/>
              <a:t> de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Produção</a:t>
            </a:r>
            <a:br>
              <a:rPr lang="en-US" sz="2400" dirty="0"/>
            </a:br>
            <a:r>
              <a:rPr lang="en-US" sz="2400" dirty="0" err="1"/>
              <a:t>Disciplina</a:t>
            </a:r>
            <a:r>
              <a:rPr lang="en-US" sz="2400" dirty="0"/>
              <a:t>: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Produto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AULA 8 – PROPOSTA DE VALOR</a:t>
            </a:r>
            <a:br>
              <a:rPr lang="en-US" sz="2400" b="1" dirty="0"/>
            </a:br>
            <a:r>
              <a:rPr lang="en-US" sz="2400" b="1" dirty="0"/>
              <a:t>E MATURIDADE TECNOLÓGICA</a:t>
            </a:r>
            <a:br>
              <a:rPr lang="en-US" sz="3200" b="1" dirty="0"/>
            </a:br>
            <a:r>
              <a:rPr lang="en-US" sz="2400" dirty="0" err="1"/>
              <a:t>Prof</a:t>
            </a:r>
            <a:r>
              <a:rPr lang="en-US" sz="2400" cap="none" dirty="0" err="1"/>
              <a:t>a</a:t>
            </a:r>
            <a:r>
              <a:rPr lang="en-US" sz="2400" dirty="0"/>
              <a:t>. </a:t>
            </a:r>
            <a:r>
              <a:rPr lang="en-US" sz="2400" cap="none" dirty="0"/>
              <a:t>Andréa Santos</a:t>
            </a:r>
            <a:br>
              <a:rPr lang="en-US" sz="2400" cap="none" dirty="0"/>
            </a:b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43806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Resultado de imagem para gestao inovado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461057"/>
            <a:ext cx="9144000" cy="7319081"/>
          </a:xfrm>
          <a:prstGeom prst="rect">
            <a:avLst/>
          </a:prstGeom>
          <a:noFill/>
        </p:spPr>
      </p:pic>
      <p:sp>
        <p:nvSpPr>
          <p:cNvPr id="9" name="Retângulo 8"/>
          <p:cNvSpPr/>
          <p:nvPr/>
        </p:nvSpPr>
        <p:spPr>
          <a:xfrm>
            <a:off x="0" y="-500090"/>
            <a:ext cx="9144000" cy="7358114"/>
          </a:xfrm>
          <a:prstGeom prst="rect">
            <a:avLst/>
          </a:prstGeom>
          <a:solidFill>
            <a:schemeClr val="bg1">
              <a:lumMod val="85000"/>
              <a:alpha val="66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Grupo 9"/>
          <p:cNvGrpSpPr/>
          <p:nvPr/>
        </p:nvGrpSpPr>
        <p:grpSpPr>
          <a:xfrm>
            <a:off x="1428760" y="5143512"/>
            <a:ext cx="6643702" cy="954107"/>
            <a:chOff x="1357290" y="5689603"/>
            <a:chExt cx="6643702" cy="954107"/>
          </a:xfrm>
        </p:grpSpPr>
        <p:sp>
          <p:nvSpPr>
            <p:cNvPr id="5" name="Seta para a esquerda e para a direita 4"/>
            <p:cNvSpPr/>
            <p:nvPr/>
          </p:nvSpPr>
          <p:spPr>
            <a:xfrm>
              <a:off x="3357554" y="5715016"/>
              <a:ext cx="2071702" cy="857280"/>
            </a:xfrm>
            <a:prstGeom prst="leftRightArrow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357290" y="5906176"/>
              <a:ext cx="24288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latin typeface="Arial Black" pitchFamily="34" charset="0"/>
                </a:rPr>
                <a:t>CANVAS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5572132" y="5689603"/>
              <a:ext cx="242886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latin typeface="Arial Black" pitchFamily="34" charset="0"/>
                </a:rPr>
                <a:t>Design </a:t>
              </a:r>
            </a:p>
            <a:p>
              <a:r>
                <a:rPr lang="pt-BR" sz="2800" dirty="0" err="1">
                  <a:latin typeface="Arial Black" pitchFamily="34" charset="0"/>
                </a:rPr>
                <a:t>Thinking</a:t>
              </a:r>
              <a:endParaRPr lang="pt-BR" sz="2800" dirty="0">
                <a:latin typeface="Arial Black" pitchFamily="34" charset="0"/>
              </a:endParaRPr>
            </a:p>
          </p:txBody>
        </p:sp>
      </p:grpSp>
      <p:sp>
        <p:nvSpPr>
          <p:cNvPr id="11" name="Retângulo 10"/>
          <p:cNvSpPr/>
          <p:nvPr/>
        </p:nvSpPr>
        <p:spPr>
          <a:xfrm>
            <a:off x="0" y="4143380"/>
            <a:ext cx="9144000" cy="78581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Arial Black" pitchFamily="34" charset="0"/>
              </a:rPr>
              <a:t>Processo de Desenvolvimento de Produtos | PDP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785926"/>
            <a:ext cx="8229600" cy="34004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dirty="0"/>
              <a:t>PDP é o </a:t>
            </a:r>
            <a:r>
              <a:rPr lang="pt-BR" sz="2400" b="1" dirty="0"/>
              <a:t>processo de negócio </a:t>
            </a:r>
            <a:r>
              <a:rPr lang="pt-BR" sz="2400" dirty="0"/>
              <a:t>que:</a:t>
            </a:r>
          </a:p>
          <a:p>
            <a:pPr>
              <a:buNone/>
            </a:pPr>
            <a:r>
              <a:rPr lang="pt-BR" sz="2400" dirty="0"/>
              <a:t>• Busca as </a:t>
            </a:r>
            <a:r>
              <a:rPr lang="pt-BR" sz="2400" b="1" dirty="0"/>
              <a:t>especificações</a:t>
            </a:r>
            <a:r>
              <a:rPr lang="pt-BR" sz="2400" dirty="0"/>
              <a:t> de projeto do produto e do seu processo de produção </a:t>
            </a:r>
          </a:p>
          <a:p>
            <a:pPr>
              <a:buNone/>
            </a:pPr>
            <a:r>
              <a:rPr lang="pt-BR" sz="2400" dirty="0"/>
              <a:t>• Considera as </a:t>
            </a:r>
            <a:r>
              <a:rPr lang="pt-BR" sz="2400" b="1" dirty="0"/>
              <a:t>necessidades de mercado</a:t>
            </a:r>
            <a:r>
              <a:rPr lang="pt-BR" sz="2400" dirty="0"/>
              <a:t>, as possibilidades tecnológicas e as estratégias da empresa </a:t>
            </a:r>
          </a:p>
          <a:p>
            <a:pPr>
              <a:buNone/>
            </a:pPr>
            <a:r>
              <a:rPr lang="pt-BR" sz="2400" dirty="0"/>
              <a:t>• Prepara a manufatura, para iniciar a produção </a:t>
            </a:r>
          </a:p>
          <a:p>
            <a:pPr>
              <a:buNone/>
            </a:pPr>
            <a:r>
              <a:rPr lang="pt-BR" sz="2400" dirty="0"/>
              <a:t>• Acompanha o produto </a:t>
            </a:r>
            <a:r>
              <a:rPr lang="pt-BR" sz="2400" b="1" dirty="0"/>
              <a:t>pós-lançamento</a:t>
            </a:r>
            <a:r>
              <a:rPr lang="pt-BR" sz="2400" dirty="0"/>
              <a:t> (das melhorias à descontinuidade)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14282" y="357166"/>
            <a:ext cx="607762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/>
              <a:t>Produto|</a:t>
            </a:r>
            <a:r>
              <a:rPr lang="pt-BR" dirty="0"/>
              <a:t> Ciclo de vida, </a:t>
            </a:r>
            <a:r>
              <a:rPr lang="pt-BR" i="1" dirty="0" err="1"/>
              <a:t>Stakeholders</a:t>
            </a:r>
            <a:r>
              <a:rPr lang="pt-BR" dirty="0"/>
              <a:t>, Requisitos</a:t>
            </a:r>
          </a:p>
        </p:txBody>
      </p:sp>
      <p:sp>
        <p:nvSpPr>
          <p:cNvPr id="13" name="Elipse 12"/>
          <p:cNvSpPr/>
          <p:nvPr/>
        </p:nvSpPr>
        <p:spPr>
          <a:xfrm>
            <a:off x="1785918" y="2285992"/>
            <a:ext cx="1857388" cy="35719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2285984" y="3000372"/>
            <a:ext cx="3286148" cy="50006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500298" y="5231327"/>
            <a:ext cx="46434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>
                    <a:lumMod val="75000"/>
                  </a:schemeClr>
                </a:solidFill>
                <a:latin typeface="Arial Black" pitchFamily="34" charset="0"/>
              </a:rPr>
              <a:t>REQUISITOS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658324-ACEB-6946-8571-988E5F67F29B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434" name="Picture 2" descr="https://newentrepreneurship.files.wordpress.com/2012/11/build-measure-learn.png?w=398&amp;h=3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428736"/>
            <a:ext cx="5786478" cy="4943224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4282" y="357166"/>
            <a:ext cx="709258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FeedBack</a:t>
            </a:r>
            <a:r>
              <a:rPr lang="pt-BR" sz="4400" dirty="0"/>
              <a:t> Loop |</a:t>
            </a:r>
            <a:r>
              <a:rPr lang="pt-BR" dirty="0"/>
              <a:t> Construir  –  Medir  –  Aprender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F8EF74-0697-2D4A-89D2-7A202B4C5F7F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 descr="Resultado de imagem para build measure learn lo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77239" cy="5214974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5786454"/>
            <a:ext cx="2428860" cy="85725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buNone/>
            </a:pPr>
            <a:r>
              <a:rPr lang="pt-BR" sz="2000" dirty="0"/>
              <a:t>Quer saber mais?</a:t>
            </a:r>
            <a:endParaRPr lang="pt-BR" sz="2000" dirty="0">
              <a:hlinkClick r:id="rId3" invalidUrl="http://leanstartup.pbworks.com/w/page/65946049/Intro to Lean Startup"/>
            </a:endParaRPr>
          </a:p>
          <a:p>
            <a:pPr algn="ctr">
              <a:buNone/>
            </a:pPr>
            <a:r>
              <a:rPr lang="pt-BR" sz="2000" dirty="0" err="1">
                <a:hlinkClick r:id="rId3" invalidUrl="http://leanstartup.pbworks.com/w/page/65946049/Intro to Lean Startup"/>
              </a:rPr>
              <a:t>Lean</a:t>
            </a:r>
            <a:r>
              <a:rPr lang="pt-BR" sz="2000" dirty="0">
                <a:hlinkClick r:id="rId3" invalidUrl="http://leanstartup.pbworks.com/w/page/65946049/Intro to Lean Startup"/>
              </a:rPr>
              <a:t> Startup </a:t>
            </a:r>
            <a:r>
              <a:rPr lang="pt-BR" sz="2000" dirty="0" err="1">
                <a:hlinkClick r:id="rId3" invalidUrl="http://leanstartup.pbworks.com/w/page/65946049/Intro to Lean Startup"/>
              </a:rPr>
              <a:t>Wiki</a:t>
            </a:r>
            <a:r>
              <a:rPr lang="pt-BR" sz="2000" dirty="0">
                <a:hlinkClick r:id="rId3" invalidUrl="http://leanstartup.pbworks.com/w/page/65946049/Intro to Lean Startup"/>
              </a:rPr>
              <a:t> 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089C9-8998-5E4A-BE5A-A4E37EF13A1A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6719" t="9166" r="14247" b="9583"/>
          <a:stretch>
            <a:fillRect/>
          </a:stretch>
        </p:blipFill>
        <p:spPr bwMode="auto">
          <a:xfrm>
            <a:off x="285720" y="0"/>
            <a:ext cx="88582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aixaDeTexto 7"/>
          <p:cNvSpPr txBox="1"/>
          <p:nvPr/>
        </p:nvSpPr>
        <p:spPr>
          <a:xfrm>
            <a:off x="214282" y="357166"/>
            <a:ext cx="51698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CANVAS |</a:t>
            </a:r>
            <a:r>
              <a:rPr lang="pt-BR" dirty="0"/>
              <a:t> Descrever,  Analisar, Projetar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209B94-422B-D24E-ACC5-D59B83C34851}"/>
              </a:ext>
            </a:extLst>
          </p:cNvPr>
          <p:cNvSpPr txBox="1"/>
          <p:nvPr/>
        </p:nvSpPr>
        <p:spPr>
          <a:xfrm>
            <a:off x="2339752" y="6319297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Por Lorena </a:t>
            </a:r>
            <a:r>
              <a:rPr lang="pt-BR" sz="1400" i="1" dirty="0" err="1">
                <a:latin typeface="Arial" pitchFamily="34" charset="0"/>
                <a:cs typeface="Arial" pitchFamily="34" charset="0"/>
              </a:rPr>
              <a:t>Tameirão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 @2017</a:t>
            </a:r>
          </a:p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14282" y="357166"/>
            <a:ext cx="775629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Canvas</a:t>
            </a:r>
            <a:r>
              <a:rPr lang="pt-BR" sz="4400" dirty="0"/>
              <a:t> de Negócio| </a:t>
            </a:r>
            <a:r>
              <a:rPr lang="pt-BR" dirty="0"/>
              <a:t>Compreendido intuitivamente </a:t>
            </a:r>
          </a:p>
        </p:txBody>
      </p:sp>
      <p:pic>
        <p:nvPicPr>
          <p:cNvPr id="25604" name="Picture 4" descr="Resultado de imagem para bm canv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41056"/>
            <a:ext cx="7215178" cy="5331216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57D0BA-C489-BB4C-9691-1E48A7245FE0}"/>
              </a:ext>
            </a:extLst>
          </p:cNvPr>
          <p:cNvSpPr txBox="1"/>
          <p:nvPr/>
        </p:nvSpPr>
        <p:spPr>
          <a:xfrm>
            <a:off x="2643144" y="6337296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Por Lorena </a:t>
            </a:r>
            <a:r>
              <a:rPr lang="pt-BR" sz="1400" i="1" dirty="0" err="1">
                <a:latin typeface="Arial" pitchFamily="34" charset="0"/>
                <a:cs typeface="Arial" pitchFamily="34" charset="0"/>
              </a:rPr>
              <a:t>Tameirão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 @2017</a:t>
            </a:r>
          </a:p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Resultado de imagem para definicao de canva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71414"/>
            <a:ext cx="8214538" cy="6143669"/>
          </a:xfrm>
          <a:prstGeom prst="rect">
            <a:avLst/>
          </a:prstGeom>
          <a:noFill/>
        </p:spPr>
      </p:pic>
      <p:sp>
        <p:nvSpPr>
          <p:cNvPr id="6" name="CaixaDeTexto 5"/>
          <p:cNvSpPr txBox="1"/>
          <p:nvPr/>
        </p:nvSpPr>
        <p:spPr>
          <a:xfrm>
            <a:off x="571472" y="6143644"/>
            <a:ext cx="8929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Fonte: </a:t>
            </a:r>
            <a:r>
              <a:rPr lang="pt-BR" sz="1400" i="1" dirty="0" err="1">
                <a:latin typeface="Arial" pitchFamily="34" charset="0"/>
                <a:cs typeface="Arial" pitchFamily="34" charset="0"/>
              </a:rPr>
              <a:t>Nortegubisian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 ( </a:t>
            </a:r>
            <a:r>
              <a:rPr lang="pt-BR" sz="1400" dirty="0"/>
              <a:t>http://nortegubisian.com.br/biblioteca/modelo-canvas-de-negocio/ 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DE07CC-81A7-D147-9D50-9D2A5EE32220}"/>
              </a:ext>
            </a:extLst>
          </p:cNvPr>
          <p:cNvSpPr txBox="1"/>
          <p:nvPr/>
        </p:nvSpPr>
        <p:spPr>
          <a:xfrm>
            <a:off x="3275856" y="6397645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14282" y="357166"/>
            <a:ext cx="6613542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Canvas</a:t>
            </a:r>
            <a:r>
              <a:rPr lang="pt-BR" sz="4400" dirty="0"/>
              <a:t> de Valor|</a:t>
            </a:r>
            <a:r>
              <a:rPr lang="pt-BR" dirty="0"/>
              <a:t> Qual a dor do seu cliente? </a:t>
            </a:r>
          </a:p>
        </p:txBody>
      </p:sp>
      <p:pic>
        <p:nvPicPr>
          <p:cNvPr id="29698" name="Picture 2" descr="Resultado de imagem para the value proposition canv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85926"/>
            <a:ext cx="7500990" cy="4125546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E09BE02-6BEE-6F42-97E7-5300A6AEF697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nvas de Proposta de Valor: passo a passo para criar o seu">
            <a:extLst>
              <a:ext uri="{FF2B5EF4-FFF2-40B4-BE49-F238E27FC236}">
                <a16:creationId xmlns:a16="http://schemas.microsoft.com/office/drawing/2014/main" id="{9055D203-8A89-5B4C-AB9D-B9E9E901E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124744"/>
            <a:ext cx="8964488" cy="497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8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Proposta de valor: o que faz seus clientes escolherem a sua empresa?">
            <a:extLst>
              <a:ext uri="{FF2B5EF4-FFF2-40B4-BE49-F238E27FC236}">
                <a16:creationId xmlns:a16="http://schemas.microsoft.com/office/drawing/2014/main" id="{3D800A10-EB70-6944-99C8-58DCDE779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4"/>
          <a:stretch/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589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-144524" y="463995"/>
            <a:ext cx="8856984" cy="3096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pt-BR" sz="5400" b="1" i="1" dirty="0">
                <a:solidFill>
                  <a:srgbClr val="002060"/>
                </a:solidFill>
                <a:latin typeface="Tw Cen MT" pitchFamily="34" charset="0"/>
              </a:rPr>
              <a:t>TRL:</a:t>
            </a:r>
          </a:p>
          <a:p>
            <a:pPr algn="ctr">
              <a:lnSpc>
                <a:spcPts val="6000"/>
              </a:lnSpc>
            </a:pPr>
            <a:r>
              <a:rPr lang="pt-BR" sz="4800" i="1" dirty="0">
                <a:solidFill>
                  <a:srgbClr val="002060"/>
                </a:solidFill>
                <a:latin typeface="Tw Cen MT" pitchFamily="34" charset="0"/>
              </a:rPr>
              <a:t>Nível de maturidade tecnológica</a:t>
            </a:r>
          </a:p>
          <a:p>
            <a:pPr algn="ctr">
              <a:lnSpc>
                <a:spcPts val="6000"/>
              </a:lnSpc>
            </a:pPr>
            <a:r>
              <a:rPr lang="pt-BR" sz="3600" i="1" dirty="0">
                <a:solidFill>
                  <a:srgbClr val="002060"/>
                </a:solidFill>
                <a:latin typeface="Tw Cen MT" pitchFamily="34" charset="0"/>
              </a:rPr>
              <a:t>Etapas para avaliar o nível de maturidade um projeto de produto!</a:t>
            </a:r>
          </a:p>
        </p:txBody>
      </p:sp>
    </p:spTree>
    <p:extLst>
      <p:ext uri="{BB962C8B-B14F-4D97-AF65-F5344CB8AC3E}">
        <p14:creationId xmlns:p14="http://schemas.microsoft.com/office/powerpoint/2010/main" val="417879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72979" y="5366633"/>
            <a:ext cx="8784976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pt-BR" sz="4800" b="1" i="1" dirty="0">
                <a:solidFill>
                  <a:srgbClr val="00B050"/>
                </a:solidFill>
                <a:latin typeface="Tw Cen MT" pitchFamily="34" charset="0"/>
              </a:rPr>
              <a:t>Mas como verificar se sua ideia já está madura o suficiente para isso?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0331" y="188640"/>
            <a:ext cx="8784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pt-BR" sz="36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A forma mais usada para isso:</a:t>
            </a:r>
          </a:p>
          <a:p>
            <a:pPr algn="ctr">
              <a:lnSpc>
                <a:spcPts val="4500"/>
              </a:lnSpc>
            </a:pP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Technology </a:t>
            </a:r>
            <a:r>
              <a:rPr lang="pt-BR" sz="4800" b="1" i="1" dirty="0" err="1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Readiness</a:t>
            </a: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pt-BR" sz="4800" b="1" i="1" dirty="0" err="1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Level</a:t>
            </a:r>
            <a:endParaRPr lang="pt-BR" sz="4800" b="1" i="1" dirty="0">
              <a:solidFill>
                <a:srgbClr val="002060"/>
              </a:solidFill>
              <a:latin typeface="Tw Cen MT" pitchFamily="34" charset="0"/>
              <a:sym typeface="Wingdings" pitchFamily="2" charset="2"/>
            </a:endParaRPr>
          </a:p>
          <a:p>
            <a:pPr algn="ctr">
              <a:lnSpc>
                <a:spcPts val="4500"/>
              </a:lnSpc>
            </a:pP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TRL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37782" t="39510" r="9991" b="29196"/>
          <a:stretch/>
        </p:blipFill>
        <p:spPr>
          <a:xfrm>
            <a:off x="0" y="1859206"/>
            <a:ext cx="9144000" cy="308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4153"/>
          <a:stretch/>
        </p:blipFill>
        <p:spPr>
          <a:xfrm>
            <a:off x="2123728" y="116632"/>
            <a:ext cx="4788024" cy="266355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12" t="13184" r="1995" b="22608"/>
          <a:stretch/>
        </p:blipFill>
        <p:spPr>
          <a:xfrm>
            <a:off x="859988" y="2780928"/>
            <a:ext cx="752843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76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6004"/>
            <a:ext cx="9036496" cy="67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89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6224" t="20482" r="11898" b="12048"/>
          <a:stretch/>
        </p:blipFill>
        <p:spPr>
          <a:xfrm>
            <a:off x="31334" y="332656"/>
            <a:ext cx="9001000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03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4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A38E6FC-F57B-7D4C-BA01-F6406CDBB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287812" y="980728"/>
            <a:ext cx="8568375" cy="439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238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516BE9E-B09E-5741-880B-1DDB5FC99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474632" y="1145381"/>
            <a:ext cx="8281810" cy="427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3B997B6-B6A6-CC4D-95AA-4AD41BEBD92F}"/>
              </a:ext>
            </a:extLst>
          </p:cNvPr>
          <p:cNvSpPr/>
          <p:nvPr/>
        </p:nvSpPr>
        <p:spPr>
          <a:xfrm>
            <a:off x="5820224" y="5066992"/>
            <a:ext cx="2072640" cy="1118857"/>
          </a:xfrm>
          <a:prstGeom prst="ellipse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67006A66-93BE-5845-B343-D1E0770B3D22}"/>
              </a:ext>
            </a:extLst>
          </p:cNvPr>
          <p:cNvSpPr txBox="1">
            <a:spLocks/>
          </p:cNvSpPr>
          <p:nvPr/>
        </p:nvSpPr>
        <p:spPr>
          <a:xfrm>
            <a:off x="2840340" y="5325617"/>
            <a:ext cx="5157787" cy="82391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MVP e PROTÓTIPO</a:t>
            </a:r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AD20259A-0BF4-6A4E-9075-BE739625E761}"/>
              </a:ext>
            </a:extLst>
          </p:cNvPr>
          <p:cNvSpPr txBox="1">
            <a:spLocks/>
          </p:cNvSpPr>
          <p:nvPr/>
        </p:nvSpPr>
        <p:spPr>
          <a:xfrm>
            <a:off x="5970342" y="5341062"/>
            <a:ext cx="2409721" cy="8239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/>
              <a:t>PRODUTO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67D634-FBE6-3449-A39F-74AE9B962B29}"/>
              </a:ext>
            </a:extLst>
          </p:cNvPr>
          <p:cNvSpPr/>
          <p:nvPr/>
        </p:nvSpPr>
        <p:spPr>
          <a:xfrm rot="18986342">
            <a:off x="6626693" y="3956740"/>
            <a:ext cx="3034129" cy="379036"/>
          </a:xfrm>
          <a:prstGeom prst="rect">
            <a:avLst/>
          </a:prstGeom>
          <a:solidFill>
            <a:srgbClr val="FFC000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OPORTUNIDADE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741DDE-8BA3-F54E-8136-6827F3AA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686" y="5737573"/>
            <a:ext cx="1003240" cy="75437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4295C6-33D9-CE4A-B0C5-E910D04E2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493" y="5835920"/>
            <a:ext cx="942091" cy="4450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BC508F-50A1-FD49-A4CF-A7351E43B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584" y="5823562"/>
            <a:ext cx="1306640" cy="682825"/>
          </a:xfrm>
          <a:prstGeom prst="rect">
            <a:avLst/>
          </a:prstGeom>
        </p:spPr>
      </p:pic>
      <p:sp>
        <p:nvSpPr>
          <p:cNvPr id="10" name="Seta para a Direita 9">
            <a:extLst>
              <a:ext uri="{FF2B5EF4-FFF2-40B4-BE49-F238E27FC236}">
                <a16:creationId xmlns:a16="http://schemas.microsoft.com/office/drawing/2014/main" id="{E880F391-B472-9C4C-BAC1-CF6E922D34F1}"/>
              </a:ext>
            </a:extLst>
          </p:cNvPr>
          <p:cNvSpPr/>
          <p:nvPr/>
        </p:nvSpPr>
        <p:spPr>
          <a:xfrm>
            <a:off x="1399781" y="149372"/>
            <a:ext cx="6598346" cy="959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DESENVOLVIMENTO DE PRODUTOS ?</a:t>
            </a:r>
          </a:p>
        </p:txBody>
      </p:sp>
    </p:spTree>
    <p:extLst>
      <p:ext uri="{BB962C8B-B14F-4D97-AF65-F5344CB8AC3E}">
        <p14:creationId xmlns:p14="http://schemas.microsoft.com/office/powerpoint/2010/main" val="1042778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434" name="Picture 2" descr="https://newentrepreneurship.files.wordpress.com/2012/11/build-measure-learn.png?w=398&amp;h=3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428736"/>
            <a:ext cx="5786478" cy="4943224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4282" y="357166"/>
            <a:ext cx="709258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FeedBack</a:t>
            </a:r>
            <a:r>
              <a:rPr lang="pt-BR" sz="4400" dirty="0"/>
              <a:t> Loop |</a:t>
            </a:r>
            <a:r>
              <a:rPr lang="pt-BR" dirty="0"/>
              <a:t> Construir  –  Medir  –  Aprender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F8EF74-0697-2D4A-89D2-7A202B4C5F7F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  <p:extLst>
      <p:ext uri="{BB962C8B-B14F-4D97-AF65-F5344CB8AC3E}">
        <p14:creationId xmlns:p14="http://schemas.microsoft.com/office/powerpoint/2010/main" val="2582578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 descr="Resultado de imagem para build measure learn lo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77239" cy="5214974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5786454"/>
            <a:ext cx="2428860" cy="85725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buNone/>
            </a:pPr>
            <a:r>
              <a:rPr lang="pt-BR" sz="2000" dirty="0"/>
              <a:t>Quer saber mais?</a:t>
            </a:r>
            <a:endParaRPr lang="pt-BR" sz="2000" dirty="0">
              <a:hlinkClick r:id="rId3" invalidUrl="http://leanstartup.pbworks.com/w/page/65946049/Intro to Lean Startup"/>
            </a:endParaRPr>
          </a:p>
          <a:p>
            <a:pPr algn="ctr">
              <a:buNone/>
            </a:pPr>
            <a:r>
              <a:rPr lang="pt-BR" sz="2000" dirty="0" err="1">
                <a:hlinkClick r:id="rId3" invalidUrl="http://leanstartup.pbworks.com/w/page/65946049/Intro to Lean Startup"/>
              </a:rPr>
              <a:t>Lean</a:t>
            </a:r>
            <a:r>
              <a:rPr lang="pt-BR" sz="2000" dirty="0">
                <a:hlinkClick r:id="rId3" invalidUrl="http://leanstartup.pbworks.com/w/page/65946049/Intro to Lean Startup"/>
              </a:rPr>
              <a:t> Startup </a:t>
            </a:r>
            <a:r>
              <a:rPr lang="pt-BR" sz="2000" dirty="0" err="1">
                <a:hlinkClick r:id="rId3" invalidUrl="http://leanstartup.pbworks.com/w/page/65946049/Intro to Lean Startup"/>
              </a:rPr>
              <a:t>Wiki</a:t>
            </a:r>
            <a:r>
              <a:rPr lang="pt-BR" sz="2000" dirty="0">
                <a:hlinkClick r:id="rId3" invalidUrl="http://leanstartup.pbworks.com/w/page/65946049/Intro to Lean Startup"/>
              </a:rPr>
              <a:t> 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089C9-8998-5E4A-BE5A-A4E37EF13A1A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  <p:extLst>
      <p:ext uri="{BB962C8B-B14F-4D97-AF65-F5344CB8AC3E}">
        <p14:creationId xmlns:p14="http://schemas.microsoft.com/office/powerpoint/2010/main" val="3883383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FD44ED7-C545-FA4B-A07C-954DC1D86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60" y="247159"/>
            <a:ext cx="8892480" cy="636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68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ew venture financing cycle | Download Scientific Diagram">
            <a:extLst>
              <a:ext uri="{FF2B5EF4-FFF2-40B4-BE49-F238E27FC236}">
                <a16:creationId xmlns:a16="http://schemas.microsoft.com/office/drawing/2014/main" id="{F621B124-CB27-2C4E-8941-3443B4ADD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150"/>
            <a:ext cx="914400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894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iGenix, from IP to IPO Leuven 20 November 2008 Gil Beyen Co-founder &amp;amp; CEO  TiGenix NV Michael van Eeno Director ING Corporate Finance. - ppt download">
            <a:extLst>
              <a:ext uri="{FF2B5EF4-FFF2-40B4-BE49-F238E27FC236}">
                <a16:creationId xmlns:a16="http://schemas.microsoft.com/office/drawing/2014/main" id="{9CF0F865-6249-F344-A57B-93CB85C6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169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751AB075F8444DBAC68FE11CEBB632" ma:contentTypeVersion="12" ma:contentTypeDescription="Crie um novo documento." ma:contentTypeScope="" ma:versionID="2ababce4684851cd98a792f71463235d">
  <xsd:schema xmlns:xsd="http://www.w3.org/2001/XMLSchema" xmlns:xs="http://www.w3.org/2001/XMLSchema" xmlns:p="http://schemas.microsoft.com/office/2006/metadata/properties" xmlns:ns2="fff72483-f629-480c-8f84-1a9627297dd4" xmlns:ns3="9a378b60-04e7-4383-8d90-377bd2657d6b" targetNamespace="http://schemas.microsoft.com/office/2006/metadata/properties" ma:root="true" ma:fieldsID="554c5ea4b6ab108a197aca7407f5f9c2" ns2:_="" ns3:_="">
    <xsd:import namespace="fff72483-f629-480c-8f84-1a9627297dd4"/>
    <xsd:import namespace="9a378b60-04e7-4383-8d90-377bd2657d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f72483-f629-480c-8f84-1a9627297d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378b60-04e7-4383-8d90-377bd2657d6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9142ea-0984-4e2c-ab2b-28d8b2aee1b9}" ma:internalName="TaxCatchAll" ma:showField="CatchAllData" ma:web="9a378b60-04e7-4383-8d90-377bd2657d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378b60-04e7-4383-8d90-377bd2657d6b" xsi:nil="true"/>
    <lcf76f155ced4ddcb4097134ff3c332f xmlns="fff72483-f629-480c-8f84-1a9627297dd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4782E2-DA77-4E06-9FA5-8B5775727265}"/>
</file>

<file path=customXml/itemProps2.xml><?xml version="1.0" encoding="utf-8"?>
<ds:datastoreItem xmlns:ds="http://schemas.openxmlformats.org/officeDocument/2006/customXml" ds:itemID="{BF2E3349-C16C-4487-990C-AA8D446D94C9}"/>
</file>

<file path=customXml/itemProps3.xml><?xml version="1.0" encoding="utf-8"?>
<ds:datastoreItem xmlns:ds="http://schemas.openxmlformats.org/officeDocument/2006/customXml" ds:itemID="{416E3FA7-780D-44BF-93E7-17FF152B15DD}"/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519</TotalTime>
  <Words>427</Words>
  <Application>Microsoft Macintosh PowerPoint</Application>
  <PresentationFormat>Apresentação na tela (4:3)</PresentationFormat>
  <Paragraphs>66</Paragraphs>
  <Slides>24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Tw Cen MT</vt:lpstr>
      <vt:lpstr>Tema do Office</vt:lpstr>
      <vt:lpstr>Universidade de Brasília  Faculdade de Tecnologia  Departamento de Engenharia de Produção Disciplina: Engenharia de Produto  AULA 8 – PROPOSTA DE VALOR E MATURIDADE TECNOLÓGICA Profa. Andréa Santos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</dc:title>
  <dc:creator>Lorena</dc:creator>
  <cp:lastModifiedBy>Andrea Cristina dos Santos</cp:lastModifiedBy>
  <cp:revision>52</cp:revision>
  <dcterms:created xsi:type="dcterms:W3CDTF">2017-03-22T12:44:58Z</dcterms:created>
  <dcterms:modified xsi:type="dcterms:W3CDTF">2021-08-11T20:27:55Z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0x010100C9751AB075F8444DBAC68FE11CEBB632</vt:lpwstr>
  </property>
</Properties>
</file>